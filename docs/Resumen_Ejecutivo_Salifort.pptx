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Calibri"/>
              </a:rPr>
              <a:t>Rotación (%) por número de proyectos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Rotación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54.2</c:v>
                </c:pt>
                <c:pt idx="1">
                  <c:v>1.1</c:v>
                </c:pt>
                <c:pt idx="2">
                  <c:v>6.4</c:v>
                </c:pt>
                <c:pt idx="3">
                  <c:v>15.4</c:v>
                </c:pt>
                <c:pt idx="4">
                  <c:v>44.9</c:v>
                </c:pt>
                <c:pt idx="5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Salifort Motors: ¿por qué se van los empleados?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Modelo predictivo de rotación · Abraham García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factores impulsan la salida de empleados y construir un modelo que la anticipe, usando una encuesta de 15,000 empleados (11,991 únicos tras limpieza). Se fue el 16.6 %.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33472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con 6 proyectos se va el 45 %; con 7, el 100 %.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carga: con 2 proyectos se va el 54 %. Lo sano son 3–4.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a los 5 años de antigüedad (45 %).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desempeño + 240 h/mes: 47 % de rotación.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bajo 20.5 % vs. alto 4.8 %; solo 1.7 % fue ascendido en 5 años.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departamento casi no influye.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892040"/>
            <a:ext cx="1737360" cy="10515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956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504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59152" y="4892040"/>
            <a:ext cx="1737360" cy="10515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59152" y="4956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359152" y="5504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1104" y="4892040"/>
            <a:ext cx="1737360" cy="10515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61104" y="4956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261104" y="5504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0167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Random Forest, evaluado en datos no vistos.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355080" y="11887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35508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4315968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proyectos por persona (máx. 5) y reconocer las horas extra.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carrera y ascensos claros antes del año 4.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carga y compensación del talento de alto desempeño.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modelo como alerta temprana para intervenir, no para sancionar.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6016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pasos: validar con datos reales, agregar motivo de salida y costo de rotación, y piloto de intervenciones.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- Salifort Motors</dc:title>
  <dc:subject>PptxGenJS Presentation</dc:subject>
  <dc:creator>PptxGenJS</dc:creator>
  <cp:lastModifiedBy>PptxGenJS</cp:lastModifiedBy>
  <cp:revision>1</cp:revision>
  <dcterms:created xsi:type="dcterms:W3CDTF">2026-10-28T18:50:24Z</dcterms:created>
  <dcterms:modified xsi:type="dcterms:W3CDTF">2026-10-28T18:50:24Z</dcterms:modified>
</cp:coreProperties>
</file>